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John Doe</a:t>
            </a:r>
          </a:p>
          <a:p>
            <a:r>
              <a:t>Senior Software Engineer</a:t>
            </a:r>
          </a:p>
          <a:p>
            <a:r>
              <a:t>Experienced professional with expertise in Python, FastAPI, and cloud infrastructure.</a:t>
            </a:r>
          </a:p>
          <a:p>
            <a:r>
              <a:t>Skills: Python, FastAPI, PostgreSQL, Docker</a:t>
            </a:r>
          </a:p>
          <a:p>
            <a:r>
              <a:t>Acme Corp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